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原生 OOXML 执行样例</a:t>
            </a:r>
          </a:p>
        </p:txBody>
      </p:sp>
      <p:sp>
        <p:nvSpPr>
          <p:cNvPr id="4" name="kpi_1"/>
          <p:cNvSpPr/>
          <p:nvPr/>
        </p:nvSpPr>
        <p:spPr>
          <a:xfrm>
            <a:off x="731520" y="192024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营收</a:t>
            </a:r>
          </a:p>
        </p:txBody>
      </p:sp>
      <p:sp>
        <p:nvSpPr>
          <p:cNvPr id="5" name="kpi_2"/>
          <p:cNvSpPr/>
          <p:nvPr/>
        </p:nvSpPr>
        <p:spPr>
          <a:xfrm>
            <a:off x="3840480" y="192024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利润</a:t>
            </a:r>
          </a:p>
        </p:txBody>
      </p:sp>
      <p:sp>
        <p:nvSpPr>
          <p:cNvPr id="6" name="kpi_3"/>
          <p:cNvSpPr/>
          <p:nvPr/>
        </p:nvSpPr>
        <p:spPr>
          <a:xfrm>
            <a:off x="6949440" y="192024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订单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200" b="1"/>
            </a:pPr>
            <a:r>
              <a:t>关键结论</a:t>
            </a:r>
          </a:p>
          <a:p>
            <a:pPr lvl="1">
              <a:buChar char="•"/>
              <a:defRPr/>
            </a:pPr>
            <a:r>
              <a:t>支持模板与版式生成</a:t>
            </a:r>
          </a:p>
          <a:p>
            <a:pPr lvl="1">
              <a:buAutoNum type="arabicPeriod" startAt="1"/>
              <a:defRPr/>
            </a:pPr>
            <a:r>
              <a:t>支持结构化排版操作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365760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1148亿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研发占比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